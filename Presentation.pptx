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57200"/>
            <a:ext cx="548640" cy="548640"/>
          </a:xfrm>
          <a:prstGeom prst="ellipse">
            <a:avLst/>
          </a:prstGeom>
          <a:solidFill>
            <a:srgbClr val="7A8C5C">
              <a:alpha val="70000"/>
            </a:srgbClr>
          </a:solidFill>
          <a:ln w="12700">
            <a:solidFill>
              <a:srgbClr val="7A8C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spc="-100" kern="0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 Agent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640080" y="2880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UK rental scout — live multi-portal scraping, market intelligence, and real-time voice control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Muneeb Baig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Data UNLOCKED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spc="-100" kern="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Rental Pain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6276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fly blind. Agents can't reach the data.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2423160"/>
            <a:ext cx="4206240" cy="2194560"/>
          </a:xfrm>
          <a:prstGeom prst="rect">
            <a:avLst/>
          </a:prstGeom>
          <a:solidFill>
            <a:srgbClr val="FDF2ED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4688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600" dirty="0"/>
          </a:p>
        </p:txBody>
      </p:sp>
      <p:sp>
        <p:nvSpPr>
          <p:cNvPr id="7" name="Text 4"/>
          <p:cNvSpPr/>
          <p:nvPr/>
        </p:nvSpPr>
        <p:spPr>
          <a:xfrm>
            <a:off x="2194560" y="27889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UK portals all run aggressive bot defences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· Zoopla · SpareRoom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896112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822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don't know if they're being overcharged vs the live market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1856232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783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prices across portals is manual and slow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0" y="2816352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way to spot a fake or scam listing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0" y="3776472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web-search agents hallucinate "no listings found"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02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spc="-100" kern="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v2: Live Data + Derived Intelligence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grounded in data scraped seconds ago — nothing is invented.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C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691640"/>
            <a:ext cx="54864" cy="1417320"/>
          </a:xfrm>
          <a:prstGeom prst="rect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Unlocker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portal blocks → real listings from 3 sites in parallel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C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691640"/>
            <a:ext cx="54864" cy="1417320"/>
          </a:xfrm>
          <a:prstGeom prst="rect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GPT-5-mini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66160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scraped data and orchestrates the agent loop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C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1691640"/>
            <a:ext cx="54864" cy="1417320"/>
          </a:xfrm>
          <a:prstGeom prst="rect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Speechmatics RT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0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transcribes voice as the user speaks — instant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828800" y="329184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C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828800" y="3291840"/>
            <a:ext cx="54864" cy="1417320"/>
          </a:xfrm>
          <a:prstGeom prst="rect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1168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Score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011680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listing badged Below / Around / Above the live median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663440" y="3291840"/>
            <a:ext cx="26517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C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3291840"/>
            <a:ext cx="54864" cy="1417320"/>
          </a:xfrm>
          <a:prstGeom prst="rect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Distance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46320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+ driving time to hospitals, stations, universities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02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spc="-100" kern="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286000" cy="1371600"/>
          </a:xfrm>
          <a:prstGeom prst="rect">
            <a:avLst/>
          </a:prstGeom>
          <a:solidFill>
            <a:srgbClr val="E8EEDB"/>
          </a:solidFill>
          <a:ln w="12700">
            <a:solidFill>
              <a:srgbClr val="E3DD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UI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29000" y="1463040"/>
            <a:ext cx="2286000" cy="1371600"/>
          </a:xfrm>
          <a:prstGeom prst="rect">
            <a:avLst/>
          </a:prstGeom>
          <a:solidFill>
            <a:srgbClr val="7A8C5C"/>
          </a:solidFill>
          <a:ln w="12700">
            <a:solidFill>
              <a:srgbClr val="E3DD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2044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52044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specialised agents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463040"/>
            <a:ext cx="228600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E3DD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Sources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0" y="2103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· AIML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Speechmatics · OSM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965960"/>
            <a:ext cx="36576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965960"/>
            <a:ext cx="365760" cy="36576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Multi-portal parallel scraping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914400" y="35661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Zoopla + Rightmove + SpareRoom hit concurrently, results merged + deduplicated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0040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0332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Pre-warmed cache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3703320" y="35661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UK cities scraped at startup → demo queries return in ~1s</a:t>
            </a:r>
            <a:endParaRPr lang="en-US" sz="10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20040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9224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SSE + voice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6492240" y="35661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for progressive results; voice commands with 1.8s silence auto-submit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02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spc="-100" kern="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sponsor tools — all load-bearing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does work the demo can't function without.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651760" cy="29260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08760" y="1920240"/>
            <a:ext cx="731520" cy="731520"/>
          </a:xfrm>
          <a:prstGeom prst="ellipse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352" y="208483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7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MOAT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152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Data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24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Unlocker proxy fetches live listings from 3 sites that block normal scrapers. The reason this product exists.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37560" y="1645920"/>
            <a:ext cx="2651760" cy="29260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97680" y="1920240"/>
            <a:ext cx="731520" cy="731520"/>
          </a:xfrm>
          <a:prstGeom prst="ellipse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0848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7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BRAIN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52044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AIML API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356616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for chat agents, gpt-4o-mini for fast HTML extraction. Two-tier model strategy for speed + quality.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126480" y="1645920"/>
            <a:ext cx="2651760" cy="29260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86600" y="1920240"/>
            <a:ext cx="731520" cy="731520"/>
          </a:xfrm>
          <a:prstGeom prst="ellipse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08483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0936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7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WOW-FACTOR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30936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Speechmatics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635508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transcription. Words appear as you speak. Voice commands trigger actions hands-free.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5029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spc="-100" kern="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judges see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1399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Speak the request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709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"Two-bed flat in Reading under £1500 near Royal Berkshire Hospital"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093976"/>
            <a:ext cx="548640" cy="548640"/>
          </a:xfrm>
          <a:prstGeom prst="ellipse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093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80160" y="2075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Speechmatics streams text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23865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appear in the input live; pause 1.8s and the agent auto-submits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80160" y="27523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Data fans out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8016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Zoopla, Rightmove and SpareRoom hit in parallel, results stream back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447288"/>
            <a:ext cx="548640" cy="548640"/>
          </a:xfrm>
          <a:prstGeom prst="ellipse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28016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render with intelligence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80160" y="37398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Price-vs-market badge + walking &amp; driving distance per listing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123944"/>
            <a:ext cx="548640" cy="548640"/>
          </a:xfrm>
          <a:prstGeom prst="ellipse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280160" y="41056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navigates &amp; drafts email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80160" y="4416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"Switch to email writer" → drafts inquiry → 📋 copy to clipboard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spc="-100" kern="0" dirty="0">
                <a:solidFill>
                  <a:srgbClr val="FA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now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— no sign-up needed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73152" cy="640080"/>
          </a:xfrm>
          <a:prstGeom prst="rect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408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2677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0" y="22677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aesthetic-lamington-c6dd1a.netlify.app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971800"/>
            <a:ext cx="73152" cy="640080"/>
          </a:xfrm>
          <a:prstGeom prst="rect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181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30449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realestate-agent-1r07.onrender.com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solidFill>
            <a:srgbClr val="3A3A3A"/>
          </a:solidFill>
          <a:ln w="12700">
            <a:solidFill>
              <a:srgbClr val="7A8C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749040"/>
            <a:ext cx="73152" cy="640080"/>
          </a:xfrm>
          <a:prstGeom prst="rect">
            <a:avLst/>
          </a:prstGeom>
          <a:solidFill>
            <a:srgbClr val="7A8C5C"/>
          </a:solidFill>
          <a:ln w="12700">
            <a:solidFill>
              <a:srgbClr val="7A8C5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953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8221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57600" y="38221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github.com/MuneebBaig71/realestate_agent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· FastAPI · Bright Data · AIML · Speechmatics · OpenStreetMap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Agent</dc:title>
  <dc:subject>PptxGenJS Presentation</dc:subject>
  <dc:creator>Muneeb Baig</dc:creator>
  <cp:lastModifiedBy>Muneeb Baig</cp:lastModifiedBy>
  <cp:revision>1</cp:revision>
  <dcterms:created xsi:type="dcterms:W3CDTF">2026-05-30T15:20:28Z</dcterms:created>
  <dcterms:modified xsi:type="dcterms:W3CDTF">2026-05-30T15:20:28Z</dcterms:modified>
</cp:coreProperties>
</file>